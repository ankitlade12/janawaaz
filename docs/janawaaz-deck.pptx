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HACKHAZARDS '26 · Render Workflows · Sarvam AI · Public Systems &amp; Civic Tech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191713"/>
                </a:solidFill>
                <a:latin typeface="Georgia"/>
              </a:defRPr>
            </a:pPr>
            <a:r>
              <a:t>JanAwaaz  जन आवाज़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1153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565048"/>
                </a:solidFill>
                <a:latin typeface="Georgia"/>
              </a:defRPr>
            </a:pPr>
            <a:r>
              <a:t>The agent that tells you when your government is asking —</a:t>
            </a:r>
          </a:p>
          <a:p>
            <a:pPr>
              <a:defRPr sz="2200">
                <a:solidFill>
                  <a:srgbClr val="565048"/>
                </a:solidFill>
                <a:latin typeface="Georgia"/>
              </a:defRPr>
            </a:pPr>
            <a:r>
              <a:t>with proof, in your language, before the window closes.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janawaaz-web.onrender.com · github.com/ankitlade12/janawaaz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Rules that change your life open for comment — and close before you hear about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India's 2014 pre-legislative policy mandates 30-day comment windows; TRAI, SEBI, RBI run continuous streams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2015 net neutrality: a 118-page paper, 27 official submissions — until a viral video and volunteers hand-translating it drove 1M emails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Most consultations never get a viral video. The comment boxes fill with lobbyists instead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2/10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A durable agent that watches, matches, verifies — then speaks your language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Tell it who you are once, in one plain sentence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It sweeps every source daily, extracts deadlines with quoted evidence, matches semantically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Tier-1 verified matches push to Telegram in English / हिन्दी / मराठी — deadline, impact, where to comment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JanAwaaz automates what the 2015 volunteers did by 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3/10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THE GATE — OUR CORE NOVELTY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If we can't prove the match, we don't wake you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Tier 1 = similarity + independent verifier 'yes' + verbatim span STRING-CHECKED against the document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Weak evidence → audit only. Verifier rejection → ledger. Every evaluated candidate is public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Live: farmer profile vs telecom paper — similarity passed, verifier killed it (/ledger/19)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Live: V2X founder — Tier 1 with quoted, verified evidence (/ledger/21)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4/10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DEADLINE HONESTY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A wrong deadline is worse than no alert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Regex-first extraction; every date carries a verbatim quoted span from the PDF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Historical-reference guard: papers cite years of older consultations — publication-date filter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Unverifiable → 'deadline unverified, check source'. Never a guess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95 of 100 seeded real documents extracted with span-verified deadlines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5/10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ARCHITECTURE — RENDER WORKFLOWS IS THE SPINE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sweep → fetch ×3 → parse → summarize+embed → match → gate → notify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Durable @app.task chain, per-task retries — flaky government sites become dashboard entries, not outages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Render Postgres + pgvector · FastAPI product UI on Render · GitHub Actions trigger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Adapter contract: adding a source is one file — TRAI, SEBI, RBI live today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Verified in production: run trn-08t4g… completed {sources: 3}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6/10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VERNACULAR AT SCALE — SARVAM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Civis translates by hand, for a few drafts, days later. The agent does all of them, in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Every alert machine-translated at send time (Mayura)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Voice alerts via Bulbul TTS → Telegram audio, for low-literacy users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Languages are a config line, not a fellowship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7/10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COMPETITIVE LANDSCAPE (RESEARCHED, 2026)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Nobody — at any price — shows why you got the alert, with cited spans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Civis proved demand — human-powered pipeline; OurGov/MyGov: portals you must visit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FiscalNote, Compliance.ai, Wolters Kluwer ('25): semantic matching is enterprise table stakes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None advertise cited-evidence verification for AI alerts — the gate is unclaimed territory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FCC scandal: 18M of 22M comments fake → authenticity-by-evidence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8/10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HONEST LIMITATIONS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Three sources today; three documented no-gos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MCA bot-walled; MyGov listing undiscoverable; RBI solved via RSS — all logged in the repo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Roadmap: MeitY + state governments, costed WhatsApp channel, missed-call IVR (Mobile Vaani pattern)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Consent-first comment drafting — never automated submission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Civis-style partners on top of the ledger as an 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9/10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D96C0B"/>
                </a:solidFill>
                <a:latin typeface="Avenir Next"/>
              </a:defRPr>
            </a:pPr>
            <a: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91713"/>
                </a:solidFill>
                <a:latin typeface="Georgia"/>
              </a:defRPr>
            </a:pPr>
            <a:r>
              <a:t>It ran while we slept. That's the point.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51760"/>
            <a:ext cx="10911535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Live: janawaaz-web.onrender.com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Code (MIT): github.com/ankitlade12/janawaaz</a:t>
            </a:r>
          </a:p>
          <a:p>
            <a:pPr>
              <a:spcAft>
                <a:spcPts val="1400"/>
              </a:spcAft>
              <a:defRPr sz="1900">
                <a:solidFill>
                  <a:srgbClr val="191713"/>
                </a:solidFill>
                <a:latin typeface="Avenir Next"/>
              </a:defRPr>
            </a:pPr>
            <a:r>
              <a:t>—  The ledger is public — check our work: /ledger/21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65048"/>
                </a:solidFill>
              </a:defRPr>
            </a:pPr>
            <a:r>
              <a:t>JanAwaaz · जन आवाज़ · HACKHAZARDS '26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3413674" cy="109728"/>
          </a:xfrm>
          <a:prstGeom prst="rect">
            <a:avLst/>
          </a:prstGeom>
          <a:solidFill>
            <a:srgbClr val="D96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